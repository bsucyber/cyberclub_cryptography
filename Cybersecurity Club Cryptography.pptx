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1" r:id="rId5"/>
    <p:sldId id="284" r:id="rId6"/>
    <p:sldId id="278" r:id="rId7"/>
    <p:sldId id="261" r:id="rId8"/>
    <p:sldId id="279" r:id="rId9"/>
    <p:sldId id="286" r:id="rId10"/>
    <p:sldId id="287" r:id="rId11"/>
    <p:sldId id="288" r:id="rId12"/>
    <p:sldId id="289" r:id="rId13"/>
    <p:sldId id="290" r:id="rId14"/>
    <p:sldId id="285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F9F020-775C-0ACC-8314-F44EE86E3BDC}" v="139" dt="2026-03-12T17:08:11.852"/>
    <p1510:client id="{A9584125-3DBD-CB37-4B8E-F00333085FCE}" v="661" dt="2026-03-12T03:56:52.878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879" autoAdjust="0"/>
  </p:normalViewPr>
  <p:slideViewPr>
    <p:cSldViewPr snapToGrid="0">
      <p:cViewPr varScale="1">
        <p:scale>
          <a:sx n="157" d="100"/>
          <a:sy n="157" d="100"/>
        </p:scale>
        <p:origin x="234" y="138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cker, Ian" userId="S::ian.tricker@bsu.edu::54c2bf8c-5066-4f36-bb73-32e30d347a8b" providerId="AD" clId="Web-{A9584125-3DBD-CB37-4B8E-F00333085FCE}"/>
    <pc:docChg chg="addSld modSld">
      <pc:chgData name="Tricker, Ian" userId="S::ian.tricker@bsu.edu::54c2bf8c-5066-4f36-bb73-32e30d347a8b" providerId="AD" clId="Web-{A9584125-3DBD-CB37-4B8E-F00333085FCE}" dt="2026-03-12T03:56:52.878" v="660" actId="20577"/>
      <pc:docMkLst>
        <pc:docMk/>
      </pc:docMkLst>
      <pc:sldChg chg="addSp delSp modSp">
        <pc:chgData name="Tricker, Ian" userId="S::ian.tricker@bsu.edu::54c2bf8c-5066-4f36-bb73-32e30d347a8b" providerId="AD" clId="Web-{A9584125-3DBD-CB37-4B8E-F00333085FCE}" dt="2026-03-12T01:11:00.392" v="119" actId="20577"/>
        <pc:sldMkLst>
          <pc:docMk/>
          <pc:sldMk cId="3666674671" sldId="261"/>
        </pc:sldMkLst>
        <pc:spChg chg="mod">
          <ac:chgData name="Tricker, Ian" userId="S::ian.tricker@bsu.edu::54c2bf8c-5066-4f36-bb73-32e30d347a8b" providerId="AD" clId="Web-{A9584125-3DBD-CB37-4B8E-F00333085FCE}" dt="2026-03-12T00:38:08.445" v="38" actId="20577"/>
          <ac:spMkLst>
            <pc:docMk/>
            <pc:sldMk cId="3666674671" sldId="261"/>
            <ac:spMk id="2" creationId="{9635F5E3-2B1C-7C0A-8581-67A9052D13AA}"/>
          </ac:spMkLst>
        </pc:spChg>
        <pc:spChg chg="mod">
          <ac:chgData name="Tricker, Ian" userId="S::ian.tricker@bsu.edu::54c2bf8c-5066-4f36-bb73-32e30d347a8b" providerId="AD" clId="Web-{A9584125-3DBD-CB37-4B8E-F00333085FCE}" dt="2026-03-12T01:11:00.392" v="119" actId="20577"/>
          <ac:spMkLst>
            <pc:docMk/>
            <pc:sldMk cId="3666674671" sldId="261"/>
            <ac:spMk id="3" creationId="{A6A33159-D030-2F82-A142-F75940728319}"/>
          </ac:spMkLst>
        </pc:spChg>
        <pc:spChg chg="del">
          <ac:chgData name="Tricker, Ian" userId="S::ian.tricker@bsu.edu::54c2bf8c-5066-4f36-bb73-32e30d347a8b" providerId="AD" clId="Web-{A9584125-3DBD-CB37-4B8E-F00333085FCE}" dt="2026-03-12T00:39:58.898" v="43"/>
          <ac:spMkLst>
            <pc:docMk/>
            <pc:sldMk cId="3666674671" sldId="261"/>
            <ac:spMk id="5" creationId="{7BC9E2B6-E71F-F321-077C-3944CC419D49}"/>
          </ac:spMkLst>
        </pc:spChg>
        <pc:picChg chg="add mod ord">
          <ac:chgData name="Tricker, Ian" userId="S::ian.tricker@bsu.edu::54c2bf8c-5066-4f36-bb73-32e30d347a8b" providerId="AD" clId="Web-{A9584125-3DBD-CB37-4B8E-F00333085FCE}" dt="2026-03-12T00:40:16.226" v="47" actId="14100"/>
          <ac:picMkLst>
            <pc:docMk/>
            <pc:sldMk cId="3666674671" sldId="261"/>
            <ac:picMk id="4" creationId="{D93A50F3-3B8B-1FB1-2298-8B99FEA68C08}"/>
          </ac:picMkLst>
        </pc:picChg>
      </pc:sldChg>
      <pc:sldChg chg="modSp">
        <pc:chgData name="Tricker, Ian" userId="S::ian.tricker@bsu.edu::54c2bf8c-5066-4f36-bb73-32e30d347a8b" providerId="AD" clId="Web-{A9584125-3DBD-CB37-4B8E-F00333085FCE}" dt="2026-03-12T00:37:50.148" v="35" actId="20577"/>
        <pc:sldMkLst>
          <pc:docMk/>
          <pc:sldMk cId="3930438526" sldId="278"/>
        </pc:sldMkLst>
        <pc:spChg chg="mod">
          <ac:chgData name="Tricker, Ian" userId="S::ian.tricker@bsu.edu::54c2bf8c-5066-4f36-bb73-32e30d347a8b" providerId="AD" clId="Web-{A9584125-3DBD-CB37-4B8E-F00333085FCE}" dt="2026-03-12T00:37:50.148" v="35" actId="20577"/>
          <ac:spMkLst>
            <pc:docMk/>
            <pc:sldMk cId="3930438526" sldId="278"/>
            <ac:spMk id="2" creationId="{954ABE40-AA00-F366-A36A-B3F1AADBF025}"/>
          </ac:spMkLst>
        </pc:spChg>
      </pc:sldChg>
      <pc:sldChg chg="addSp delSp modSp">
        <pc:chgData name="Tricker, Ian" userId="S::ian.tricker@bsu.edu::54c2bf8c-5066-4f36-bb73-32e30d347a8b" providerId="AD" clId="Web-{A9584125-3DBD-CB37-4B8E-F00333085FCE}" dt="2026-03-12T02:07:43.347" v="178" actId="20577"/>
        <pc:sldMkLst>
          <pc:docMk/>
          <pc:sldMk cId="2243159397" sldId="279"/>
        </pc:sldMkLst>
        <pc:spChg chg="mod">
          <ac:chgData name="Tricker, Ian" userId="S::ian.tricker@bsu.edu::54c2bf8c-5066-4f36-bb73-32e30d347a8b" providerId="AD" clId="Web-{A9584125-3DBD-CB37-4B8E-F00333085FCE}" dt="2026-03-12T01:11:26.110" v="127" actId="20577"/>
          <ac:spMkLst>
            <pc:docMk/>
            <pc:sldMk cId="2243159397" sldId="279"/>
            <ac:spMk id="2" creationId="{47A9874B-BCA9-8420-1595-EDD1865A099A}"/>
          </ac:spMkLst>
        </pc:spChg>
        <pc:spChg chg="del mod">
          <ac:chgData name="Tricker, Ian" userId="S::ian.tricker@bsu.edu::54c2bf8c-5066-4f36-bb73-32e30d347a8b" providerId="AD" clId="Web-{A9584125-3DBD-CB37-4B8E-F00333085FCE}" dt="2026-03-12T01:13:40.469" v="134"/>
          <ac:spMkLst>
            <pc:docMk/>
            <pc:sldMk cId="2243159397" sldId="279"/>
            <ac:spMk id="3" creationId="{68A5FD2B-E3E5-1C2B-0151-21F216B14A33}"/>
          </ac:spMkLst>
        </pc:spChg>
        <pc:spChg chg="mod">
          <ac:chgData name="Tricker, Ian" userId="S::ian.tricker@bsu.edu::54c2bf8c-5066-4f36-bb73-32e30d347a8b" providerId="AD" clId="Web-{A9584125-3DBD-CB37-4B8E-F00333085FCE}" dt="2026-03-12T02:07:43.347" v="178" actId="20577"/>
          <ac:spMkLst>
            <pc:docMk/>
            <pc:sldMk cId="2243159397" sldId="279"/>
            <ac:spMk id="4" creationId="{ACFBB810-3430-2C29-1AA0-9744AA0A1AA3}"/>
          </ac:spMkLst>
        </pc:spChg>
        <pc:spChg chg="add del mod">
          <ac:chgData name="Tricker, Ian" userId="S::ian.tricker@bsu.edu::54c2bf8c-5066-4f36-bb73-32e30d347a8b" providerId="AD" clId="Web-{A9584125-3DBD-CB37-4B8E-F00333085FCE}" dt="2026-03-12T01:16:41.281" v="153"/>
          <ac:spMkLst>
            <pc:docMk/>
            <pc:sldMk cId="2243159397" sldId="279"/>
            <ac:spMk id="8" creationId="{329C6E87-D841-E99F-4B93-0FCF67242EF6}"/>
          </ac:spMkLst>
        </pc:spChg>
        <pc:picChg chg="add del mod ord modCrop">
          <ac:chgData name="Tricker, Ian" userId="S::ian.tricker@bsu.edu::54c2bf8c-5066-4f36-bb73-32e30d347a8b" providerId="AD" clId="Web-{A9584125-3DBD-CB37-4B8E-F00333085FCE}" dt="2026-03-12T01:16:06.438" v="142"/>
          <ac:picMkLst>
            <pc:docMk/>
            <pc:sldMk cId="2243159397" sldId="279"/>
            <ac:picMk id="6" creationId="{BD117F58-7137-5893-1345-47A2CA524BE3}"/>
          </ac:picMkLst>
        </pc:picChg>
        <pc:picChg chg="add del mod ord">
          <ac:chgData name="Tricker, Ian" userId="S::ian.tricker@bsu.edu::54c2bf8c-5066-4f36-bb73-32e30d347a8b" providerId="AD" clId="Web-{A9584125-3DBD-CB37-4B8E-F00333085FCE}" dt="2026-03-12T01:16:36.422" v="152"/>
          <ac:picMkLst>
            <pc:docMk/>
            <pc:sldMk cId="2243159397" sldId="279"/>
            <ac:picMk id="9" creationId="{06464C6D-DCAE-C821-77C9-6537793CAE5E}"/>
          </ac:picMkLst>
        </pc:picChg>
        <pc:picChg chg="add mod ord modCrop">
          <ac:chgData name="Tricker, Ian" userId="S::ian.tricker@bsu.edu::54c2bf8c-5066-4f36-bb73-32e30d347a8b" providerId="AD" clId="Web-{A9584125-3DBD-CB37-4B8E-F00333085FCE}" dt="2026-03-12T01:16:53.328" v="159" actId="1076"/>
          <ac:picMkLst>
            <pc:docMk/>
            <pc:sldMk cId="2243159397" sldId="279"/>
            <ac:picMk id="10" creationId="{9A803B25-2956-71D5-49B8-DA798925AD46}"/>
          </ac:picMkLst>
        </pc:picChg>
      </pc:sldChg>
      <pc:sldChg chg="modSp">
        <pc:chgData name="Tricker, Ian" userId="S::ian.tricker@bsu.edu::54c2bf8c-5066-4f36-bb73-32e30d347a8b" providerId="AD" clId="Web-{A9584125-3DBD-CB37-4B8E-F00333085FCE}" dt="2026-03-12T00:37:34.617" v="22" actId="20577"/>
        <pc:sldMkLst>
          <pc:docMk/>
          <pc:sldMk cId="1672017990" sldId="284"/>
        </pc:sldMkLst>
        <pc:spChg chg="mod">
          <ac:chgData name="Tricker, Ian" userId="S::ian.tricker@bsu.edu::54c2bf8c-5066-4f36-bb73-32e30d347a8b" providerId="AD" clId="Web-{A9584125-3DBD-CB37-4B8E-F00333085FCE}" dt="2026-03-12T00:37:34.617" v="22" actId="20577"/>
          <ac:spMkLst>
            <pc:docMk/>
            <pc:sldMk cId="1672017990" sldId="284"/>
            <ac:spMk id="3" creationId="{992EC4A8-49EE-CF82-CFDC-BA9308ED0D65}"/>
          </ac:spMkLst>
        </pc:spChg>
      </pc:sldChg>
      <pc:sldChg chg="addSp delSp modSp add replId">
        <pc:chgData name="Tricker, Ian" userId="S::ian.tricker@bsu.edu::54c2bf8c-5066-4f36-bb73-32e30d347a8b" providerId="AD" clId="Web-{A9584125-3DBD-CB37-4B8E-F00333085FCE}" dt="2026-03-12T03:23:54.814" v="452" actId="14100"/>
        <pc:sldMkLst>
          <pc:docMk/>
          <pc:sldMk cId="2788390623" sldId="286"/>
        </pc:sldMkLst>
        <pc:spChg chg="mod">
          <ac:chgData name="Tricker, Ian" userId="S::ian.tricker@bsu.edu::54c2bf8c-5066-4f36-bb73-32e30d347a8b" providerId="AD" clId="Web-{A9584125-3DBD-CB37-4B8E-F00333085FCE}" dt="2026-03-12T02:07:55.737" v="181" actId="20577"/>
          <ac:spMkLst>
            <pc:docMk/>
            <pc:sldMk cId="2788390623" sldId="286"/>
            <ac:spMk id="2" creationId="{6E0FBB97-4B43-40CA-EBA7-F7EE5FBCECD0}"/>
          </ac:spMkLst>
        </pc:spChg>
        <pc:spChg chg="add del mod">
          <ac:chgData name="Tricker, Ian" userId="S::ian.tricker@bsu.edu::54c2bf8c-5066-4f36-bb73-32e30d347a8b" providerId="AD" clId="Web-{A9584125-3DBD-CB37-4B8E-F00333085FCE}" dt="2026-03-12T03:23:50.642" v="451"/>
          <ac:spMkLst>
            <pc:docMk/>
            <pc:sldMk cId="2788390623" sldId="286"/>
            <ac:spMk id="3" creationId="{F2A0FAC9-F29D-33BB-591C-D6A47C094437}"/>
          </ac:spMkLst>
        </pc:spChg>
        <pc:spChg chg="mod">
          <ac:chgData name="Tricker, Ian" userId="S::ian.tricker@bsu.edu::54c2bf8c-5066-4f36-bb73-32e30d347a8b" providerId="AD" clId="Web-{A9584125-3DBD-CB37-4B8E-F00333085FCE}" dt="2026-03-12T03:03:24.361" v="310" actId="20577"/>
          <ac:spMkLst>
            <pc:docMk/>
            <pc:sldMk cId="2788390623" sldId="286"/>
            <ac:spMk id="4" creationId="{41EA7FDA-0155-6202-B03A-CB0270983B88}"/>
          </ac:spMkLst>
        </pc:spChg>
        <pc:picChg chg="add del mod ord">
          <ac:chgData name="Tricker, Ian" userId="S::ian.tricker@bsu.edu::54c2bf8c-5066-4f36-bb73-32e30d347a8b" providerId="AD" clId="Web-{A9584125-3DBD-CB37-4B8E-F00333085FCE}" dt="2026-03-12T03:03:00.283" v="308"/>
          <ac:picMkLst>
            <pc:docMk/>
            <pc:sldMk cId="2788390623" sldId="286"/>
            <ac:picMk id="6" creationId="{D2558A4A-1E68-4C75-7102-1695B33480E0}"/>
          </ac:picMkLst>
        </pc:picChg>
        <pc:picChg chg="add mod ord">
          <ac:chgData name="Tricker, Ian" userId="S::ian.tricker@bsu.edu::54c2bf8c-5066-4f36-bb73-32e30d347a8b" providerId="AD" clId="Web-{A9584125-3DBD-CB37-4B8E-F00333085FCE}" dt="2026-03-12T03:23:54.814" v="452" actId="14100"/>
          <ac:picMkLst>
            <pc:docMk/>
            <pc:sldMk cId="2788390623" sldId="286"/>
            <ac:picMk id="7" creationId="{FDB2E1CE-4FC6-0A7D-645B-6707DB8F1DC3}"/>
          </ac:picMkLst>
        </pc:picChg>
      </pc:sldChg>
      <pc:sldChg chg="addSp delSp modSp add replId">
        <pc:chgData name="Tricker, Ian" userId="S::ian.tricker@bsu.edu::54c2bf8c-5066-4f36-bb73-32e30d347a8b" providerId="AD" clId="Web-{A9584125-3DBD-CB37-4B8E-F00333085FCE}" dt="2026-03-12T03:16:52.486" v="450" actId="20577"/>
        <pc:sldMkLst>
          <pc:docMk/>
          <pc:sldMk cId="2944835226" sldId="287"/>
        </pc:sldMkLst>
        <pc:spChg chg="mod">
          <ac:chgData name="Tricker, Ian" userId="S::ian.tricker@bsu.edu::54c2bf8c-5066-4f36-bb73-32e30d347a8b" providerId="AD" clId="Web-{A9584125-3DBD-CB37-4B8E-F00333085FCE}" dt="2026-03-12T03:06:20.159" v="328" actId="20577"/>
          <ac:spMkLst>
            <pc:docMk/>
            <pc:sldMk cId="2944835226" sldId="287"/>
            <ac:spMk id="2" creationId="{80144309-2E81-41E4-0819-695CAD1A0671}"/>
          </ac:spMkLst>
        </pc:spChg>
        <pc:spChg chg="del">
          <ac:chgData name="Tricker, Ian" userId="S::ian.tricker@bsu.edu::54c2bf8c-5066-4f36-bb73-32e30d347a8b" providerId="AD" clId="Web-{A9584125-3DBD-CB37-4B8E-F00333085FCE}" dt="2026-03-12T03:05:24.018" v="311"/>
          <ac:spMkLst>
            <pc:docMk/>
            <pc:sldMk cId="2944835226" sldId="287"/>
            <ac:spMk id="3" creationId="{8762832C-84DA-80CD-0B2E-73ACB0576F39}"/>
          </ac:spMkLst>
        </pc:spChg>
        <pc:spChg chg="mod">
          <ac:chgData name="Tricker, Ian" userId="S::ian.tricker@bsu.edu::54c2bf8c-5066-4f36-bb73-32e30d347a8b" providerId="AD" clId="Web-{A9584125-3DBD-CB37-4B8E-F00333085FCE}" dt="2026-03-12T03:16:52.486" v="450" actId="20577"/>
          <ac:spMkLst>
            <pc:docMk/>
            <pc:sldMk cId="2944835226" sldId="287"/>
            <ac:spMk id="4" creationId="{813EAA31-6CAC-BDA7-4277-E0F02505F887}"/>
          </ac:spMkLst>
        </pc:spChg>
        <pc:spChg chg="add del mod">
          <ac:chgData name="Tricker, Ian" userId="S::ian.tricker@bsu.edu::54c2bf8c-5066-4f36-bb73-32e30d347a8b" providerId="AD" clId="Web-{A9584125-3DBD-CB37-4B8E-F00333085FCE}" dt="2026-03-12T03:11:47.267" v="412" actId="20577"/>
          <ac:spMkLst>
            <pc:docMk/>
            <pc:sldMk cId="2944835226" sldId="287"/>
            <ac:spMk id="7" creationId="{3976A8EA-A6A4-7305-9CDF-D9E379983504}"/>
          </ac:spMkLst>
        </pc:spChg>
      </pc:sldChg>
      <pc:sldChg chg="addSp delSp modSp add replId">
        <pc:chgData name="Tricker, Ian" userId="S::ian.tricker@bsu.edu::54c2bf8c-5066-4f36-bb73-32e30d347a8b" providerId="AD" clId="Web-{A9584125-3DBD-CB37-4B8E-F00333085FCE}" dt="2026-03-12T03:32:35.366" v="572" actId="1076"/>
        <pc:sldMkLst>
          <pc:docMk/>
          <pc:sldMk cId="1465213301" sldId="288"/>
        </pc:sldMkLst>
        <pc:spChg chg="mod">
          <ac:chgData name="Tricker, Ian" userId="S::ian.tricker@bsu.edu::54c2bf8c-5066-4f36-bb73-32e30d347a8b" providerId="AD" clId="Web-{A9584125-3DBD-CB37-4B8E-F00333085FCE}" dt="2026-03-12T03:24:08.517" v="453" actId="20577"/>
          <ac:spMkLst>
            <pc:docMk/>
            <pc:sldMk cId="1465213301" sldId="288"/>
            <ac:spMk id="2" creationId="{F2B800AF-EA6F-AA89-9911-0115319A7F38}"/>
          </ac:spMkLst>
        </pc:spChg>
        <pc:spChg chg="del mod">
          <ac:chgData name="Tricker, Ian" userId="S::ian.tricker@bsu.edu::54c2bf8c-5066-4f36-bb73-32e30d347a8b" providerId="AD" clId="Web-{A9584125-3DBD-CB37-4B8E-F00333085FCE}" dt="2026-03-12T03:26:37.422" v="479"/>
          <ac:spMkLst>
            <pc:docMk/>
            <pc:sldMk cId="1465213301" sldId="288"/>
            <ac:spMk id="3" creationId="{A6B11B7D-9942-ACD3-E0F4-05486ED89D29}"/>
          </ac:spMkLst>
        </pc:spChg>
        <pc:spChg chg="mod">
          <ac:chgData name="Tricker, Ian" userId="S::ian.tricker@bsu.edu::54c2bf8c-5066-4f36-bb73-32e30d347a8b" providerId="AD" clId="Web-{A9584125-3DBD-CB37-4B8E-F00333085FCE}" dt="2026-03-12T03:32:17.319" v="571" actId="20577"/>
          <ac:spMkLst>
            <pc:docMk/>
            <pc:sldMk cId="1465213301" sldId="288"/>
            <ac:spMk id="4" creationId="{A6C307EB-344F-AC79-EFBB-441E146BF82C}"/>
          </ac:spMkLst>
        </pc:spChg>
        <pc:spChg chg="add del mod">
          <ac:chgData name="Tricker, Ian" userId="S::ian.tricker@bsu.edu::54c2bf8c-5066-4f36-bb73-32e30d347a8b" providerId="AD" clId="Web-{A9584125-3DBD-CB37-4B8E-F00333085FCE}" dt="2026-03-12T03:27:20.563" v="483"/>
          <ac:spMkLst>
            <pc:docMk/>
            <pc:sldMk cId="1465213301" sldId="288"/>
            <ac:spMk id="7" creationId="{27A23CB7-81D3-6C2F-EEC4-FFFF04356A17}"/>
          </ac:spMkLst>
        </pc:spChg>
        <pc:graphicFrameChg chg="add mod modGraphic">
          <ac:chgData name="Tricker, Ian" userId="S::ian.tricker@bsu.edu::54c2bf8c-5066-4f36-bb73-32e30d347a8b" providerId="AD" clId="Web-{A9584125-3DBD-CB37-4B8E-F00333085FCE}" dt="2026-03-12T03:32:35.366" v="572" actId="1076"/>
          <ac:graphicFrameMkLst>
            <pc:docMk/>
            <pc:sldMk cId="1465213301" sldId="288"/>
            <ac:graphicFrameMk id="8" creationId="{D04F41EF-A480-0291-46BC-74CF41D57FE7}"/>
          </ac:graphicFrameMkLst>
        </pc:graphicFrameChg>
      </pc:sldChg>
      <pc:sldChg chg="addSp delSp modSp add replId">
        <pc:chgData name="Tricker, Ian" userId="S::ian.tricker@bsu.edu::54c2bf8c-5066-4f36-bb73-32e30d347a8b" providerId="AD" clId="Web-{A9584125-3DBD-CB37-4B8E-F00333085FCE}" dt="2026-03-12T03:37:19.350" v="603" actId="1076"/>
        <pc:sldMkLst>
          <pc:docMk/>
          <pc:sldMk cId="1643491162" sldId="289"/>
        </pc:sldMkLst>
        <pc:spChg chg="mod">
          <ac:chgData name="Tricker, Ian" userId="S::ian.tricker@bsu.edu::54c2bf8c-5066-4f36-bb73-32e30d347a8b" providerId="AD" clId="Web-{A9584125-3DBD-CB37-4B8E-F00333085FCE}" dt="2026-03-12T03:33:00.651" v="575" actId="20577"/>
          <ac:spMkLst>
            <pc:docMk/>
            <pc:sldMk cId="1643491162" sldId="289"/>
            <ac:spMk id="2" creationId="{0312E490-ADAC-6F4A-7F72-F5EB4132493C}"/>
          </ac:spMkLst>
        </pc:spChg>
        <pc:spChg chg="del mod">
          <ac:chgData name="Tricker, Ian" userId="S::ian.tricker@bsu.edu::54c2bf8c-5066-4f36-bb73-32e30d347a8b" providerId="AD" clId="Web-{A9584125-3DBD-CB37-4B8E-F00333085FCE}" dt="2026-03-12T03:37:15.068" v="601"/>
          <ac:spMkLst>
            <pc:docMk/>
            <pc:sldMk cId="1643491162" sldId="289"/>
            <ac:spMk id="3" creationId="{289A6685-DC1C-CEAA-6F8D-15DC6E3C36D5}"/>
          </ac:spMkLst>
        </pc:spChg>
        <pc:spChg chg="mod">
          <ac:chgData name="Tricker, Ian" userId="S::ian.tricker@bsu.edu::54c2bf8c-5066-4f36-bb73-32e30d347a8b" providerId="AD" clId="Web-{A9584125-3DBD-CB37-4B8E-F00333085FCE}" dt="2026-03-12T03:36:58.272" v="600" actId="20577"/>
          <ac:spMkLst>
            <pc:docMk/>
            <pc:sldMk cId="1643491162" sldId="289"/>
            <ac:spMk id="4" creationId="{20E4CED7-E454-73C5-22EC-DCB394D9CF6A}"/>
          </ac:spMkLst>
        </pc:spChg>
        <pc:picChg chg="add mod ord">
          <ac:chgData name="Tricker, Ian" userId="S::ian.tricker@bsu.edu::54c2bf8c-5066-4f36-bb73-32e30d347a8b" providerId="AD" clId="Web-{A9584125-3DBD-CB37-4B8E-F00333085FCE}" dt="2026-03-12T03:37:19.350" v="603" actId="1076"/>
          <ac:picMkLst>
            <pc:docMk/>
            <pc:sldMk cId="1643491162" sldId="289"/>
            <ac:picMk id="6" creationId="{FD1E3825-DA3B-03A2-0E36-69F963ACBB3E}"/>
          </ac:picMkLst>
        </pc:picChg>
      </pc:sldChg>
      <pc:sldChg chg="addSp delSp modSp add replId">
        <pc:chgData name="Tricker, Ian" userId="S::ian.tricker@bsu.edu::54c2bf8c-5066-4f36-bb73-32e30d347a8b" providerId="AD" clId="Web-{A9584125-3DBD-CB37-4B8E-F00333085FCE}" dt="2026-03-12T03:56:52.878" v="660" actId="20577"/>
        <pc:sldMkLst>
          <pc:docMk/>
          <pc:sldMk cId="3129090605" sldId="290"/>
        </pc:sldMkLst>
        <pc:spChg chg="mod">
          <ac:chgData name="Tricker, Ian" userId="S::ian.tricker@bsu.edu::54c2bf8c-5066-4f36-bb73-32e30d347a8b" providerId="AD" clId="Web-{A9584125-3DBD-CB37-4B8E-F00333085FCE}" dt="2026-03-12T03:47:08.803" v="605" actId="20577"/>
          <ac:spMkLst>
            <pc:docMk/>
            <pc:sldMk cId="3129090605" sldId="290"/>
            <ac:spMk id="2" creationId="{D9A09DCA-266F-5A72-0035-8E2029792469}"/>
          </ac:spMkLst>
        </pc:spChg>
        <pc:spChg chg="del mod">
          <ac:chgData name="Tricker, Ian" userId="S::ian.tricker@bsu.edu::54c2bf8c-5066-4f36-bb73-32e30d347a8b" providerId="AD" clId="Web-{A9584125-3DBD-CB37-4B8E-F00333085FCE}" dt="2026-03-12T03:52:05.067" v="630"/>
          <ac:spMkLst>
            <pc:docMk/>
            <pc:sldMk cId="3129090605" sldId="290"/>
            <ac:spMk id="3" creationId="{B78FA07F-CAD1-EE6B-D9C3-F38757EA05CF}"/>
          </ac:spMkLst>
        </pc:spChg>
        <pc:spChg chg="mod">
          <ac:chgData name="Tricker, Ian" userId="S::ian.tricker@bsu.edu::54c2bf8c-5066-4f36-bb73-32e30d347a8b" providerId="AD" clId="Web-{A9584125-3DBD-CB37-4B8E-F00333085FCE}" dt="2026-03-12T03:53:20.739" v="640" actId="20577"/>
          <ac:spMkLst>
            <pc:docMk/>
            <pc:sldMk cId="3129090605" sldId="290"/>
            <ac:spMk id="4" creationId="{2F90C968-FB6B-909B-CB58-89A0E1EFF920}"/>
          </ac:spMkLst>
        </pc:spChg>
        <pc:spChg chg="add mod">
          <ac:chgData name="Tricker, Ian" userId="S::ian.tricker@bsu.edu::54c2bf8c-5066-4f36-bb73-32e30d347a8b" providerId="AD" clId="Web-{A9584125-3DBD-CB37-4B8E-F00333085FCE}" dt="2026-03-12T03:56:52.878" v="660" actId="20577"/>
          <ac:spMkLst>
            <pc:docMk/>
            <pc:sldMk cId="3129090605" sldId="290"/>
            <ac:spMk id="7" creationId="{6A026746-FA0C-AB2E-E729-7B139344E5EF}"/>
          </ac:spMkLst>
        </pc:spChg>
      </pc:sldChg>
    </pc:docChg>
  </pc:docChgLst>
  <pc:docChgLst>
    <pc:chgData name="Tricker, Ian" userId="S::ian.tricker@bsu.edu::54c2bf8c-5066-4f36-bb73-32e30d347a8b" providerId="AD" clId="Web-{09F9F020-775C-0ACC-8314-F44EE86E3BDC}"/>
    <pc:docChg chg="modSld">
      <pc:chgData name="Tricker, Ian" userId="S::ian.tricker@bsu.edu::54c2bf8c-5066-4f36-bb73-32e30d347a8b" providerId="AD" clId="Web-{09F9F020-775C-0ACC-8314-F44EE86E3BDC}" dt="2026-03-12T17:08:11.852" v="137"/>
      <pc:docMkLst>
        <pc:docMk/>
      </pc:docMkLst>
      <pc:sldChg chg="addSp delSp modSp">
        <pc:chgData name="Tricker, Ian" userId="S::ian.tricker@bsu.edu::54c2bf8c-5066-4f36-bb73-32e30d347a8b" providerId="AD" clId="Web-{09F9F020-775C-0ACC-8314-F44EE86E3BDC}" dt="2026-03-12T17:08:11.852" v="137"/>
        <pc:sldMkLst>
          <pc:docMk/>
          <pc:sldMk cId="3930438526" sldId="278"/>
        </pc:sldMkLst>
        <pc:spChg chg="mod">
          <ac:chgData name="Tricker, Ian" userId="S::ian.tricker@bsu.edu::54c2bf8c-5066-4f36-bb73-32e30d347a8b" providerId="AD" clId="Web-{09F9F020-775C-0ACC-8314-F44EE86E3BDC}" dt="2026-03-12T17:08:11.852" v="137"/>
          <ac:spMkLst>
            <pc:docMk/>
            <pc:sldMk cId="3930438526" sldId="278"/>
            <ac:spMk id="2" creationId="{954ABE40-AA00-F366-A36A-B3F1AADBF025}"/>
          </ac:spMkLst>
        </pc:spChg>
        <pc:spChg chg="mod">
          <ac:chgData name="Tricker, Ian" userId="S::ian.tricker@bsu.edu::54c2bf8c-5066-4f36-bb73-32e30d347a8b" providerId="AD" clId="Web-{09F9F020-775C-0ACC-8314-F44EE86E3BDC}" dt="2026-03-12T17:08:11.852" v="137"/>
          <ac:spMkLst>
            <pc:docMk/>
            <pc:sldMk cId="3930438526" sldId="278"/>
            <ac:spMk id="4" creationId="{E3DDBB83-5C52-3FB9-D039-8EAC38B7B416}"/>
          </ac:spMkLst>
        </pc:spChg>
        <pc:spChg chg="add del mod">
          <ac:chgData name="Tricker, Ian" userId="S::ian.tricker@bsu.edu::54c2bf8c-5066-4f36-bb73-32e30d347a8b" providerId="AD" clId="Web-{09F9F020-775C-0ACC-8314-F44EE86E3BDC}" dt="2026-03-12T17:08:06.961" v="136"/>
          <ac:spMkLst>
            <pc:docMk/>
            <pc:sldMk cId="3930438526" sldId="278"/>
            <ac:spMk id="6" creationId="{249534CB-4EFD-F4E4-F18B-2C2B559D9946}"/>
          </ac:spMkLst>
        </pc:spChg>
        <pc:spChg chg="del">
          <ac:chgData name="Tricker, Ian" userId="S::ian.tricker@bsu.edu::54c2bf8c-5066-4f36-bb73-32e30d347a8b" providerId="AD" clId="Web-{09F9F020-775C-0ACC-8314-F44EE86E3BDC}" dt="2026-03-12T17:07:25.899" v="134"/>
          <ac:spMkLst>
            <pc:docMk/>
            <pc:sldMk cId="3930438526" sldId="278"/>
            <ac:spMk id="15" creationId="{9C373000-EEA1-D16F-189A-338FFDA2E708}"/>
          </ac:spMkLst>
        </pc:spChg>
        <pc:picChg chg="add del mod ord">
          <ac:chgData name="Tricker, Ian" userId="S::ian.tricker@bsu.edu::54c2bf8c-5066-4f36-bb73-32e30d347a8b" providerId="AD" clId="Web-{09F9F020-775C-0ACC-8314-F44EE86E3BDC}" dt="2026-03-12T17:07:28.258" v="135"/>
          <ac:picMkLst>
            <pc:docMk/>
            <pc:sldMk cId="3930438526" sldId="278"/>
            <ac:picMk id="3" creationId="{BB787B23-07EB-F1CB-F23E-A79213E83FDE}"/>
          </ac:picMkLst>
        </pc:picChg>
        <pc:picChg chg="add mod ord">
          <ac:chgData name="Tricker, Ian" userId="S::ian.tricker@bsu.edu::54c2bf8c-5066-4f36-bb73-32e30d347a8b" providerId="AD" clId="Web-{09F9F020-775C-0ACC-8314-F44EE86E3BDC}" dt="2026-03-12T17:08:11.852" v="137"/>
          <ac:picMkLst>
            <pc:docMk/>
            <pc:sldMk cId="3930438526" sldId="278"/>
            <ac:picMk id="7" creationId="{F41DD99B-0A31-F990-5EB8-F1FFEC4B84E3}"/>
          </ac:picMkLst>
        </pc:picChg>
      </pc:sldChg>
      <pc:sldChg chg="modSp">
        <pc:chgData name="Tricker, Ian" userId="S::ian.tricker@bsu.edu::54c2bf8c-5066-4f36-bb73-32e30d347a8b" providerId="AD" clId="Web-{09F9F020-775C-0ACC-8314-F44EE86E3BDC}" dt="2026-03-12T15:57:16.720" v="65" actId="20577"/>
        <pc:sldMkLst>
          <pc:docMk/>
          <pc:sldMk cId="2788390623" sldId="286"/>
        </pc:sldMkLst>
        <pc:spChg chg="mod">
          <ac:chgData name="Tricker, Ian" userId="S::ian.tricker@bsu.edu::54c2bf8c-5066-4f36-bb73-32e30d347a8b" providerId="AD" clId="Web-{09F9F020-775C-0ACC-8314-F44EE86E3BDC}" dt="2026-03-12T15:57:16.720" v="65" actId="20577"/>
          <ac:spMkLst>
            <pc:docMk/>
            <pc:sldMk cId="2788390623" sldId="286"/>
            <ac:spMk id="4" creationId="{41EA7FDA-0155-6202-B03A-CB0270983B88}"/>
          </ac:spMkLst>
        </pc:spChg>
      </pc:sldChg>
      <pc:sldChg chg="modSp">
        <pc:chgData name="Tricker, Ian" userId="S::ian.tricker@bsu.edu::54c2bf8c-5066-4f36-bb73-32e30d347a8b" providerId="AD" clId="Web-{09F9F020-775C-0ACC-8314-F44EE86E3BDC}" dt="2026-03-12T16:04:55.184" v="95" actId="20577"/>
        <pc:sldMkLst>
          <pc:docMk/>
          <pc:sldMk cId="1465213301" sldId="288"/>
        </pc:sldMkLst>
        <pc:spChg chg="mod">
          <ac:chgData name="Tricker, Ian" userId="S::ian.tricker@bsu.edu::54c2bf8c-5066-4f36-bb73-32e30d347a8b" providerId="AD" clId="Web-{09F9F020-775C-0ACC-8314-F44EE86E3BDC}" dt="2026-03-12T16:04:55.184" v="95" actId="20577"/>
          <ac:spMkLst>
            <pc:docMk/>
            <pc:sldMk cId="1465213301" sldId="288"/>
            <ac:spMk id="4" creationId="{A6C307EB-344F-AC79-EFBB-441E146BF82C}"/>
          </ac:spMkLst>
        </pc:spChg>
      </pc:sldChg>
      <pc:sldChg chg="modSp">
        <pc:chgData name="Tricker, Ian" userId="S::ian.tricker@bsu.edu::54c2bf8c-5066-4f36-bb73-32e30d347a8b" providerId="AD" clId="Web-{09F9F020-775C-0ACC-8314-F44EE86E3BDC}" dt="2026-03-12T16:05:01.028" v="99" actId="20577"/>
        <pc:sldMkLst>
          <pc:docMk/>
          <pc:sldMk cId="1643491162" sldId="289"/>
        </pc:sldMkLst>
        <pc:spChg chg="mod">
          <ac:chgData name="Tricker, Ian" userId="S::ian.tricker@bsu.edu::54c2bf8c-5066-4f36-bb73-32e30d347a8b" providerId="AD" clId="Web-{09F9F020-775C-0ACC-8314-F44EE86E3BDC}" dt="2026-03-12T16:05:01.028" v="99" actId="20577"/>
          <ac:spMkLst>
            <pc:docMk/>
            <pc:sldMk cId="1643491162" sldId="289"/>
            <ac:spMk id="4" creationId="{20E4CED7-E454-73C5-22EC-DCB394D9CF6A}"/>
          </ac:spMkLst>
        </pc:spChg>
      </pc:sldChg>
      <pc:sldChg chg="modSp">
        <pc:chgData name="Tricker, Ian" userId="S::ian.tricker@bsu.edu::54c2bf8c-5066-4f36-bb73-32e30d347a8b" providerId="AD" clId="Web-{09F9F020-775C-0ACC-8314-F44EE86E3BDC}" dt="2026-03-12T15:57:45.861" v="72" actId="20577"/>
        <pc:sldMkLst>
          <pc:docMk/>
          <pc:sldMk cId="3129090605" sldId="290"/>
        </pc:sldMkLst>
        <pc:spChg chg="mod">
          <ac:chgData name="Tricker, Ian" userId="S::ian.tricker@bsu.edu::54c2bf8c-5066-4f36-bb73-32e30d347a8b" providerId="AD" clId="Web-{09F9F020-775C-0ACC-8314-F44EE86E3BDC}" dt="2026-03-12T15:57:45.861" v="72" actId="20577"/>
          <ac:spMkLst>
            <pc:docMk/>
            <pc:sldMk cId="3129090605" sldId="290"/>
            <ac:spMk id="4" creationId="{2F90C968-FB6B-909B-CB58-89A0E1EFF92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DB36-B1E2-675E-AB24-7165D6F9F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46073-6CAE-56B5-4C2F-2F041ECE5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96EA7-345E-5387-08AC-2D7C5D24A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70D70-6976-E492-BDBD-9F1DBF3D3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48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00851-C254-EEB7-2FE4-C69C607E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454A0-FD59-F8C9-AFE8-E68FA95D9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1A7DC1-5698-5A80-A99F-E0D39759E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BF45D-B9AF-9B17-037F-8F744981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93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82786-4CC9-1700-5F8E-F813E781A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8B9F7-9194-C93C-CA17-737A1C6E1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C5E3B-BB24-B3BE-8813-291E7FDD0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F48AF-5C97-D4F4-5713-497A6ED7F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96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88EFB-72F4-8F02-4E3F-F463696F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E7B3D-8000-B775-B2E8-8F4DE48C9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F4D12-8096-F6DE-22A3-6C4D7EAF3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C5D6D-3041-6D37-D4EF-D767705D3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27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EA966-F77B-1E9E-18DD-D201287C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4FAF2-409C-271A-67A7-F1693CD80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A4691-EA40-97E3-6C3B-C8B161396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BD6C1-4778-3F54-AF8F-E30A16F64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22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Cybersecurity club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790329"/>
            <a:ext cx="5134335" cy="411305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Cybersecurity News</a:t>
            </a:r>
          </a:p>
          <a:p>
            <a:r>
              <a:rPr lang="en-US">
                <a:ea typeface="+mn-lt"/>
                <a:cs typeface="+mn-lt"/>
              </a:rPr>
              <a:t>Importance of Cryptography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Plaintext to Ciphertext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Historical Ciphers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Types of Encryption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Math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Social Media</a:t>
            </a:r>
          </a:p>
          <a:p>
            <a:r>
              <a:rPr lang="en-US">
                <a:ea typeface="+mn-lt"/>
                <a:cs typeface="+mn-lt"/>
              </a:rPr>
              <a:t>Questions</a:t>
            </a:r>
          </a:p>
        </p:txBody>
      </p:sp>
      <p:pic>
        <p:nvPicPr>
          <p:cNvPr id="7" name="Picture Placeholder 6" descr="A computer screen with a pencil and people on it&#10;&#10;Description automatically generated">
            <a:extLst>
              <a:ext uri="{FF2B5EF4-FFF2-40B4-BE49-F238E27FC236}">
                <a16:creationId xmlns:a16="http://schemas.microsoft.com/office/drawing/2014/main" id="{08DAC26A-09CC-AEE3-869C-FA1137049814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618" y="2069307"/>
            <a:ext cx="5944181" cy="3128821"/>
          </a:xfrm>
          <a:noFill/>
        </p:spPr>
      </p:pic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n-US"/>
              <a:t>Cyber News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DBB83-5C52-3FB9-D039-8EAC38B7B4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5212079" cy="413718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sz="1500"/>
              <a:t>Iran-linked hackers claim responsibility for attack on US medical device maker Stryker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 sz="1500"/>
              <a:t>Used wiper malware to erase 200,000 Stryker devices and extract 50TB of data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 sz="1500"/>
              <a:t>Shut down operations for the US medical device giant across 79 countries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 sz="1500"/>
              <a:t>The cyber-attack as direct retaliation for a recent military strike on a girls' school 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 sz="1500"/>
              <a:t>Did not involve a ransom demand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 sz="1500"/>
              <a:t>Manipulated the company's remote device management tools to execute the attack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 sz="1500"/>
              <a:t>150 million patients rely on Stryker</a:t>
            </a:r>
          </a:p>
        </p:txBody>
      </p:sp>
      <p:pic>
        <p:nvPicPr>
          <p:cNvPr id="7" name="Content Placeholder 6" descr="Stryker hit with cyberattack Wednesday">
            <a:extLst>
              <a:ext uri="{FF2B5EF4-FFF2-40B4-BE49-F238E27FC236}">
                <a16:creationId xmlns:a16="http://schemas.microsoft.com/office/drawing/2014/main" id="{F41DD99B-0A31-F990-5EB8-F1FFEC4B84E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459795" y="2258122"/>
            <a:ext cx="4894006" cy="36705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noFill/>
        </p:spPr>
        <p:txBody>
          <a:bodyPr anchor="ctr"/>
          <a:lstStyle/>
          <a:p>
            <a:r>
              <a:rPr lang="en-US">
                <a:ea typeface="+mj-lt"/>
                <a:cs typeface="+mj-lt"/>
              </a:rPr>
              <a:t>Importance of Cryptography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</a:rPr>
              <a:t>Cryptography’s ultimate purpose is to ensure secure communication in the presence of </a:t>
            </a:r>
            <a:r>
              <a:rPr lang="en-US">
                <a:ea typeface="+mn-lt"/>
                <a:cs typeface="+mn-lt"/>
              </a:rPr>
              <a:t>opposition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Cryptography is the science of securing information by converting it into unreadable code (ciphertext) to ensure only authorized parties can read it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It is used </a:t>
            </a:r>
            <a:r>
              <a:rPr lang="en-US">
                <a:ea typeface="Calibri"/>
                <a:cs typeface="Calibri"/>
              </a:rPr>
              <a:t>everywhere in the world like Credit Cards, Medical Data, Passwords, and a lot more things 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Placeholder 3" descr="A Brief Guide on Cryptography Technology for Cybersecurity">
            <a:extLst>
              <a:ext uri="{FF2B5EF4-FFF2-40B4-BE49-F238E27FC236}">
                <a16:creationId xmlns:a16="http://schemas.microsoft.com/office/drawing/2014/main" id="{D93A50F3-3B8B-1FB1-2298-8B99FEA68C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2415" r="32415"/>
          <a:stretch/>
        </p:blipFill>
        <p:spPr>
          <a:xfrm>
            <a:off x="0" y="-2264"/>
            <a:ext cx="4287838" cy="68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>
                <a:ea typeface="+mj-lt"/>
                <a:cs typeface="+mj-lt"/>
              </a:rPr>
              <a:t>Plaintext to Ciphertext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1883" y="2024780"/>
            <a:ext cx="4894006" cy="4137189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b="1">
                <a:ea typeface="+mn-lt"/>
                <a:cs typeface="+mn-lt"/>
              </a:rPr>
              <a:t>Plaintext </a:t>
            </a:r>
            <a:r>
              <a:rPr lang="en-US">
                <a:ea typeface="+mn-lt"/>
                <a:cs typeface="+mn-lt"/>
              </a:rPr>
              <a:t>is the original, readable message or data before it’s encrypted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b="1">
                <a:ea typeface="+mn-lt"/>
                <a:cs typeface="+mn-lt"/>
              </a:rPr>
              <a:t>Ciphertext </a:t>
            </a:r>
            <a:r>
              <a:rPr lang="en-US">
                <a:ea typeface="+mn-lt"/>
                <a:cs typeface="+mn-lt"/>
              </a:rPr>
              <a:t>is the scrambled, unreadable version of the message after encryption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b="1">
                <a:ea typeface="+mn-lt"/>
                <a:cs typeface="+mn-lt"/>
              </a:rPr>
              <a:t>Cipher </a:t>
            </a:r>
            <a:r>
              <a:rPr lang="en-US">
                <a:ea typeface="+mn-lt"/>
                <a:cs typeface="+mn-lt"/>
              </a:rPr>
              <a:t>is an algorithm or method to convert plaintext into ciphertext and back again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b="1">
                <a:ea typeface="+mn-lt"/>
                <a:cs typeface="+mn-lt"/>
              </a:rPr>
              <a:t>Key </a:t>
            </a:r>
            <a:r>
              <a:rPr lang="en-US">
                <a:ea typeface="+mn-lt"/>
                <a:cs typeface="+mn-lt"/>
              </a:rPr>
              <a:t>is a string of bits the cipher uses to encrypt or decrypt data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b="1">
                <a:ea typeface="+mn-lt"/>
                <a:cs typeface="+mn-lt"/>
              </a:rPr>
              <a:t>Encryption </a:t>
            </a:r>
            <a:r>
              <a:rPr lang="en-US">
                <a:ea typeface="+mn-lt"/>
                <a:cs typeface="+mn-lt"/>
              </a:rPr>
              <a:t>is the process of converting plaintext into ciphertext using a cipher and a key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b="1">
                <a:ea typeface="+mn-lt"/>
                <a:cs typeface="+mn-lt"/>
              </a:rPr>
              <a:t>Decryption </a:t>
            </a:r>
            <a:r>
              <a:rPr lang="en-US">
                <a:ea typeface="+mn-lt"/>
                <a:cs typeface="+mn-lt"/>
              </a:rPr>
              <a:t>is the reverse process of encryption, converting ciphertext back into plaintext using a cipher and a key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" name="Content Placeholder 9" descr="Cryptography and its Types - GeeksforGeeks">
            <a:extLst>
              <a:ext uri="{FF2B5EF4-FFF2-40B4-BE49-F238E27FC236}">
                <a16:creationId xmlns:a16="http://schemas.microsoft.com/office/drawing/2014/main" id="{9A803B25-2956-71D5-49B8-DA798925AD4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rcRect b="8661"/>
          <a:stretch>
            <a:fillRect/>
          </a:stretch>
        </p:blipFill>
        <p:spPr>
          <a:xfrm>
            <a:off x="5975884" y="2027549"/>
            <a:ext cx="5381934" cy="24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00F4E-B408-0B6A-E63D-79F48D629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BB97-4B43-40CA-EBA7-F7EE5FBC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>
                <a:ea typeface="+mj-lt"/>
                <a:cs typeface="+mj-lt"/>
              </a:rPr>
              <a:t>Historical Ciphers </a:t>
            </a:r>
          </a:p>
        </p:txBody>
      </p:sp>
      <p:pic>
        <p:nvPicPr>
          <p:cNvPr id="7" name="Content Placeholder 6" descr="Caesar Salad">
            <a:extLst>
              <a:ext uri="{FF2B5EF4-FFF2-40B4-BE49-F238E27FC236}">
                <a16:creationId xmlns:a16="http://schemas.microsoft.com/office/drawing/2014/main" id="{FDB2E1CE-4FC6-0A7D-645B-6707DB8F1DC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020113" y="1713167"/>
            <a:ext cx="4439695" cy="444950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7FDA-0155-6202-B03A-CB0270983B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Cryptography </a:t>
            </a:r>
            <a:r>
              <a:rPr lang="en-US">
                <a:ea typeface="Calibri"/>
                <a:cs typeface="Calibri"/>
              </a:rPr>
              <a:t>has been around in Egypt sense 1900 BCE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Calibri"/>
                <a:cs typeface="Calibri"/>
              </a:rPr>
              <a:t>The simplest cypher is a shift cypher</a:t>
            </a:r>
          </a:p>
          <a:p>
            <a:pPr marL="28575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Caesar Cypher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Other historical Cyphers are</a:t>
            </a:r>
            <a:endParaRPr lang="en-US" dirty="0">
              <a:ea typeface="+mn-lt"/>
              <a:cs typeface="+mn-lt"/>
            </a:endParaRPr>
          </a:p>
          <a:p>
            <a:pPr marL="28575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Vigenère (16th century)</a:t>
            </a:r>
          </a:p>
          <a:p>
            <a:pPr marL="28575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Enigma machine (World War II)</a:t>
            </a:r>
          </a:p>
          <a:p>
            <a:pPr marL="28575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One-Time Pad (Cold War)</a:t>
            </a:r>
            <a:endParaRPr lang="en-US" dirty="0">
              <a:ea typeface="+mn-lt"/>
              <a:cs typeface="+mn-lt"/>
            </a:endParaRPr>
          </a:p>
          <a:p>
            <a:pPr marL="285750" indent="-22860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Do task 1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DAA805-536F-4468-976F-2780EAF2F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39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AA399-7C71-375B-E094-B0858832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4309-2E81-41E4-0819-695CAD1A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>
                <a:ea typeface="+mj-lt"/>
                <a:cs typeface="+mj-lt"/>
              </a:rPr>
              <a:t>Types of Encryption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EAA31-6CAC-BDA7-4277-E0F02505F8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Asymmetric Encryption 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uses a pair of keys, one to encrypt and the other to decrypt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It uses a public and private keys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Data encrypted with the public key can be decrypted with the private key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RSA, ECC (Elliptic Curve Cryptography), and Diffie-Hellman</a:t>
            </a:r>
          </a:p>
          <a:p>
            <a:pPr marL="285750" lvl="1" indent="-285750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Mathematical problems that are easy to compute in one direction but extremely difficult to reverse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55D8C-E8FD-E6AB-A7CD-D4B5088C6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976A8EA-A6A4-7305-9CDF-D9E379983504}"/>
              </a:ext>
            </a:extLst>
          </p:cNvPr>
          <p:cNvSpPr txBox="1">
            <a:spLocks/>
          </p:cNvSpPr>
          <p:nvPr/>
        </p:nvSpPr>
        <p:spPr>
          <a:xfrm>
            <a:off x="839876" y="2022083"/>
            <a:ext cx="4894006" cy="413718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Symmetric Encryption</a:t>
            </a:r>
          </a:p>
          <a:p>
            <a:pPr marL="28575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uses the same key to encrypt and decrypt the data</a:t>
            </a:r>
            <a:endParaRPr lang="en-US" dirty="0">
              <a:ea typeface="+mn-lt"/>
              <a:cs typeface="+mn-lt"/>
            </a:endParaRPr>
          </a:p>
          <a:p>
            <a:pPr marL="28575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The key is called the private key</a:t>
            </a:r>
          </a:p>
          <a:p>
            <a:pPr marL="285750" lvl="1">
              <a:buFont typeface="Courier New" panose="05000000000000000000" pitchFamily="2" charset="2"/>
              <a:buChar char="o"/>
            </a:pPr>
            <a:r>
              <a:rPr lang="en-US" dirty="0">
                <a:ea typeface="+mn-lt"/>
                <a:cs typeface="+mn-lt"/>
              </a:rPr>
              <a:t>Communicating the key to the other party is </a:t>
            </a:r>
            <a:r>
              <a:rPr lang="en-US" dirty="0" err="1">
                <a:ea typeface="+mn-lt"/>
                <a:cs typeface="+mn-lt"/>
              </a:rPr>
              <a:t>kinda</a:t>
            </a:r>
            <a:r>
              <a:rPr lang="en-US" dirty="0">
                <a:ea typeface="+mn-lt"/>
                <a:cs typeface="+mn-lt"/>
              </a:rPr>
              <a:t> hard</a:t>
            </a:r>
          </a:p>
          <a:p>
            <a:pPr marL="285750" lvl="1">
              <a:buFont typeface="Courier New" panose="05000000000000000000" pitchFamily="2" charset="2"/>
              <a:buChar char="o"/>
            </a:pPr>
            <a:r>
              <a:rPr lang="en-US">
                <a:ea typeface="+mn-lt"/>
                <a:cs typeface="+mn-lt"/>
              </a:rPr>
              <a:t>DES (Data Encryption Standard) , 3DES (Triple DES), AES (Advanced Encryption Standard)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483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C8B92-0646-30BB-B6A5-386F13AAB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00AF-EA6F-AA89-9911-0115319A7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>
                <a:ea typeface="+mj-lt"/>
                <a:cs typeface="+mj-lt"/>
              </a:rPr>
              <a:t>The Math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307EB-344F-AC79-EFBB-441E146BF8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1883" y="2024780"/>
            <a:ext cx="4894006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Calibri"/>
                <a:cs typeface="Calibri"/>
              </a:rPr>
              <a:t>XOR or the "exclusive OR"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In binary XOR compares two bits and returns 1 if the bits are different and 0 if they are the same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Calibri"/>
                <a:cs typeface="Calibri"/>
              </a:rPr>
              <a:t>Symmetric</a:t>
            </a:r>
            <a:r>
              <a:rPr lang="en-US" dirty="0">
                <a:ea typeface="Calibri"/>
                <a:cs typeface="Calibri"/>
              </a:rPr>
              <a:t> encryption 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P is the plaintext, and K is the secret key. The ciphertext is C = P ⊕ K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C ⊕ K = (P ⊕ K) ⊕ K. But we know that (P ⊕ K) ⊕ K = P ⊕ (K ⊕ K) because XOR is associative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</a:rPr>
              <a:t>K ⊕ K = 0; consequently, (P ⊕ K) ⊕ K = P ⊕ (K </a:t>
            </a:r>
            <a:r>
              <a:rPr lang="en-US">
                <a:ea typeface="+mn-lt"/>
                <a:cs typeface="+mn-lt"/>
              </a:rPr>
              <a:t>⊕ K) = P ⊕ 0 = 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A3519-644C-16F1-A0D7-CB9406C6F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4F41EF-A480-0291-46BC-74CF41D57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341977"/>
              </p:ext>
            </p:extLst>
          </p:nvPr>
        </p:nvGraphicFramePr>
        <p:xfrm>
          <a:off x="5929574" y="2752128"/>
          <a:ext cx="5983761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94587">
                  <a:extLst>
                    <a:ext uri="{9D8B030D-6E8A-4147-A177-3AD203B41FA5}">
                      <a16:colId xmlns:a16="http://schemas.microsoft.com/office/drawing/2014/main" val="2694890076"/>
                    </a:ext>
                  </a:extLst>
                </a:gridCol>
                <a:gridCol w="1994587">
                  <a:extLst>
                    <a:ext uri="{9D8B030D-6E8A-4147-A177-3AD203B41FA5}">
                      <a16:colId xmlns:a16="http://schemas.microsoft.com/office/drawing/2014/main" val="3898318862"/>
                    </a:ext>
                  </a:extLst>
                </a:gridCol>
                <a:gridCol w="1994587">
                  <a:extLst>
                    <a:ext uri="{9D8B030D-6E8A-4147-A177-3AD203B41FA5}">
                      <a16:colId xmlns:a16="http://schemas.microsoft.com/office/drawing/2014/main" val="728161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 ⊕ B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183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63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428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247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21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1AD7-2976-CDAF-3148-83991B62C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E490-ADAC-6F4A-7F72-F5EB4132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>
                <a:ea typeface="Calibri Light"/>
                <a:cs typeface="Calibri Light"/>
              </a:rPr>
              <a:t>More math</a:t>
            </a:r>
            <a:endParaRPr lang="en-US" dirty="0"/>
          </a:p>
        </p:txBody>
      </p:sp>
      <p:pic>
        <p:nvPicPr>
          <p:cNvPr id="6" name="Content Placeholder 5" descr="Maths... : r/funny">
            <a:extLst>
              <a:ext uri="{FF2B5EF4-FFF2-40B4-BE49-F238E27FC236}">
                <a16:creationId xmlns:a16="http://schemas.microsoft.com/office/drawing/2014/main" id="{FD1E3825-DA3B-03A2-0E36-69F963ACBB3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33134" y="2261110"/>
            <a:ext cx="5476341" cy="2814854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4CED7-E454-73C5-22EC-DCB394D9CF6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Modulo Operation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commonly written as % or as mod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</a:rPr>
              <a:t>The modulo operator, X%Y, is the remainder when X is divided by Y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Calibri"/>
                <a:cs typeface="Calibri"/>
              </a:rPr>
              <a:t>25%5 = 0 because 25 divided by 5 is 5, with a remainder</a:t>
            </a:r>
            <a:r>
              <a:rPr lang="en-US" dirty="0">
                <a:ea typeface="+mn-lt"/>
                <a:cs typeface="+mn-lt"/>
              </a:rPr>
              <a:t> of 0, i.e., 25 = 5 × 5 + 0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</a:rPr>
              <a:t>23%6 = 5 because 23 divided by 6 is 3, with a remainder of 5, i.e., 23 = 3 × 6 + 5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</a:rPr>
              <a:t>23%7 = 2 because 23 divided by 7 is 3 with a remainder of 2, i.e., 23 = 3 × 7 + 2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</a:rPr>
              <a:t>modulo is that it’s not reversible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Do task 2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57C86-05C8-0A1A-5FF7-A1290D81C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49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B51A-8425-4BA3-287E-00082B24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9DCA-266F-5A72-0035-8E202979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>
                <a:ea typeface="Calibri Light"/>
                <a:cs typeface="Calibri Light"/>
              </a:rPr>
              <a:t>RSA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0C968-FB6B-909B-CB58-89A0E1EFF9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1883" y="2024780"/>
            <a:ext cx="4894006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</a:rPr>
              <a:t>RSA is based on the mathematically difficult problem of factoring a large number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Multiplying two large prime numbers is a straightforward operation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113 × 127 = 14351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two prime numbers: </a:t>
            </a:r>
            <a:r>
              <a:rPr lang="en-US" b="1">
                <a:ea typeface="+mn-lt"/>
                <a:cs typeface="+mn-lt"/>
              </a:rPr>
              <a:t>p = 157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q = 199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n = p × q = 31243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ϕ(n) = n − p − q + 1 = 31243 − 157 − 199 + 1 = 30888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b="1" dirty="0">
                <a:ea typeface="+mn-lt"/>
                <a:cs typeface="+mn-lt"/>
              </a:rPr>
              <a:t>e = 163</a:t>
            </a:r>
            <a:r>
              <a:rPr lang="en-US" dirty="0">
                <a:ea typeface="+mn-lt"/>
                <a:cs typeface="+mn-lt"/>
              </a:rPr>
              <a:t> such that e is relatively prime to ϕ(n); moreover, he selects </a:t>
            </a:r>
            <a:r>
              <a:rPr lang="en-US" b="1" dirty="0">
                <a:ea typeface="+mn-lt"/>
                <a:cs typeface="+mn-lt"/>
              </a:rPr>
              <a:t>d = 379</a:t>
            </a:r>
            <a:r>
              <a:rPr lang="en-US" dirty="0">
                <a:ea typeface="+mn-lt"/>
                <a:cs typeface="+mn-lt"/>
              </a:rPr>
              <a:t>, where e × d = 1 mod ϕ(n), i.e., e × d = 163 × 379 = 61777 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61777 mod 30888 = 1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BDEA05-C889-36FB-0313-F56349818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A026746-FA0C-AB2E-E729-7B139344E5EF}"/>
              </a:ext>
            </a:extLst>
          </p:cNvPr>
          <p:cNvSpPr txBox="1">
            <a:spLocks/>
          </p:cNvSpPr>
          <p:nvPr/>
        </p:nvSpPr>
        <p:spPr>
          <a:xfrm>
            <a:off x="6146903" y="2028826"/>
            <a:ext cx="4894006" cy="413718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</a:rPr>
              <a:t>The public key is (</a:t>
            </a:r>
            <a:r>
              <a:rPr lang="en-US" dirty="0" err="1">
                <a:ea typeface="+mn-lt"/>
                <a:cs typeface="+mn-lt"/>
              </a:rPr>
              <a:t>n,e</a:t>
            </a:r>
            <a:r>
              <a:rPr lang="en-US" dirty="0">
                <a:ea typeface="+mn-lt"/>
                <a:cs typeface="+mn-lt"/>
              </a:rPr>
              <a:t>), i.e., (31243,163) and the private key is $(</a:t>
            </a:r>
            <a:r>
              <a:rPr lang="en-US" dirty="0" err="1">
                <a:ea typeface="+mn-lt"/>
                <a:cs typeface="+mn-lt"/>
              </a:rPr>
              <a:t>n,d</a:t>
            </a:r>
            <a:r>
              <a:rPr lang="en-US" dirty="0">
                <a:ea typeface="+mn-lt"/>
                <a:cs typeface="+mn-lt"/>
              </a:rPr>
              <a:t>), i.e., (31243,379)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The value they want to encrypt is </a:t>
            </a:r>
            <a:r>
              <a:rPr lang="en-US" b="1">
                <a:ea typeface="+mn-lt"/>
                <a:cs typeface="+mn-lt"/>
              </a:rPr>
              <a:t>x = 13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</a:rPr>
              <a:t>Calculate and send y = </a:t>
            </a:r>
            <a:r>
              <a:rPr lang="en-US" dirty="0" err="1">
                <a:ea typeface="+mn-lt"/>
                <a:cs typeface="+mn-lt"/>
              </a:rPr>
              <a:t>x</a:t>
            </a:r>
            <a:r>
              <a:rPr lang="en-US" baseline="30000" dirty="0" err="1">
                <a:ea typeface="+mn-lt"/>
                <a:cs typeface="+mn-lt"/>
              </a:rPr>
              <a:t>e</a:t>
            </a:r>
            <a:r>
              <a:rPr lang="en-US" dirty="0">
                <a:ea typeface="+mn-lt"/>
                <a:cs typeface="+mn-lt"/>
              </a:rPr>
              <a:t> mod n = 13</a:t>
            </a:r>
            <a:r>
              <a:rPr lang="en-US" baseline="30000" dirty="0">
                <a:ea typeface="+mn-lt"/>
                <a:cs typeface="+mn-lt"/>
              </a:rPr>
              <a:t>163</a:t>
            </a:r>
            <a:r>
              <a:rPr lang="en-US" dirty="0">
                <a:ea typeface="+mn-lt"/>
                <a:cs typeface="+mn-lt"/>
              </a:rPr>
              <a:t> mod 31243 = 16341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decrypt the received value by calculating x = y</a:t>
            </a:r>
            <a:r>
              <a:rPr lang="en-US" baseline="30000">
                <a:ea typeface="+mn-lt"/>
                <a:cs typeface="+mn-lt"/>
              </a:rPr>
              <a:t>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mod n = 16341</a:t>
            </a:r>
            <a:r>
              <a:rPr lang="en-US" baseline="30000">
                <a:ea typeface="+mn-lt"/>
                <a:cs typeface="+mn-lt"/>
              </a:rPr>
              <a:t>379</a:t>
            </a:r>
            <a:r>
              <a:rPr lang="en-US">
                <a:ea typeface="+mn-lt"/>
                <a:cs typeface="+mn-lt"/>
              </a:rPr>
              <a:t> mod 31243 = 13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9090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US" dirty="0"/>
              <a:t>Social Media</a:t>
            </a:r>
          </a:p>
        </p:txBody>
      </p:sp>
      <p:sp>
        <p:nvSpPr>
          <p:cNvPr id="52" name="Content Placeholder 51">
            <a:extLst>
              <a:ext uri="{FF2B5EF4-FFF2-40B4-BE49-F238E27FC236}">
                <a16:creationId xmlns:a16="http://schemas.microsoft.com/office/drawing/2014/main" id="{F2CCE123-860F-8623-781F-12CEA6698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024781"/>
            <a:ext cx="2878394" cy="413718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Instagram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42491" y="1998276"/>
            <a:ext cx="4894006" cy="41371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Discord</a:t>
            </a: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r>
              <a:rPr lang="en-US" dirty="0">
                <a:ea typeface="Calibri"/>
                <a:cs typeface="Calibri"/>
              </a:rPr>
              <a:t>https://dsc.gg/bsucyber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 descr="A qr code with a logo&#10;&#10;Description automatically generated">
            <a:extLst>
              <a:ext uri="{FF2B5EF4-FFF2-40B4-BE49-F238E27FC236}">
                <a16:creationId xmlns:a16="http://schemas.microsoft.com/office/drawing/2014/main" id="{7C2D2093-971B-5E61-31E0-2C09D546B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490" y="2520995"/>
            <a:ext cx="2737104" cy="3144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D13A84-6D8E-53DB-458B-9FD8BAFB6426}"/>
              </a:ext>
            </a:extLst>
          </p:cNvPr>
          <p:cNvSpPr txBox="1"/>
          <p:nvPr/>
        </p:nvSpPr>
        <p:spPr>
          <a:xfrm>
            <a:off x="8935064" y="1997176"/>
            <a:ext cx="24211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Calibri"/>
                <a:cs typeface="Calibri"/>
              </a:rPr>
              <a:t>Be Connected</a:t>
            </a:r>
            <a:endParaRPr lang="en-US">
              <a:ea typeface="Calibri"/>
              <a:cs typeface="Calibri"/>
            </a:endParaRPr>
          </a:p>
          <a:p>
            <a:pPr algn="ctr"/>
            <a:r>
              <a:rPr lang="en-US" dirty="0">
                <a:ea typeface="Calibri"/>
                <a:cs typeface="Calibri"/>
              </a:rPr>
              <a:t>(Attendance)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6" name="Picture 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167DE7F-FE1E-5D4B-F4D8-07920C672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030" y="2458064"/>
            <a:ext cx="3255036" cy="3203678"/>
          </a:xfrm>
          <a:prstGeom prst="rect">
            <a:avLst/>
          </a:prstGeom>
        </p:spPr>
      </p:pic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C292721C-1F4F-4635-D1E5-31D0B47B9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602" y="2699096"/>
            <a:ext cx="3013689" cy="295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1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210711"/>
            <a:ext cx="9467127" cy="2527911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e399ec9-07ee-4062-b027-fd0b926742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BD70D31801F64498B34939F9D9E0DE" ma:contentTypeVersion="11" ma:contentTypeDescription="Create a new document." ma:contentTypeScope="" ma:versionID="71c4fc79c94cf855902de1a12d2c5fe6">
  <xsd:schema xmlns:xsd="http://www.w3.org/2001/XMLSchema" xmlns:xs="http://www.w3.org/2001/XMLSchema" xmlns:p="http://schemas.microsoft.com/office/2006/metadata/properties" xmlns:ns3="6e399ec9-07ee-4062-b027-fd0b92674212" targetNamespace="http://schemas.microsoft.com/office/2006/metadata/properties" ma:root="true" ma:fieldsID="6aa90e82da149648f5f53fcd40789a27" ns3:_="">
    <xsd:import namespace="6e399ec9-07ee-4062-b027-fd0b926742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399ec9-07ee-4062-b027-fd0b92674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http://schemas.microsoft.com/office/infopath/2007/PartnerControls"/>
    <ds:schemaRef ds:uri="http://purl.org/dc/terms/"/>
    <ds:schemaRef ds:uri="http://www.w3.org/XML/1998/namespace"/>
    <ds:schemaRef ds:uri="6e399ec9-07ee-4062-b027-fd0b92674212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DF73B1A-B6F9-43BC-BF8C-D4E1F4CBC1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399ec9-07ee-4062-b027-fd0b926742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{EB228CB6-ADCF-49B3-8CAE-BD5A7D9061DE}tf55661986_win32</Template>
  <TotalTime>3</TotalTime>
  <Words>24</Words>
  <Application>Microsoft Office PowerPoint</Application>
  <PresentationFormat>Widescreen</PresentationFormat>
  <Paragraphs>22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Custom</vt:lpstr>
      <vt:lpstr>Cybersecurity club</vt:lpstr>
      <vt:lpstr>AGENDA</vt:lpstr>
      <vt:lpstr>Cyber News</vt:lpstr>
      <vt:lpstr>Importance of Cryptography </vt:lpstr>
      <vt:lpstr>Plaintext to Ciphertext</vt:lpstr>
      <vt:lpstr>Historical Ciphers </vt:lpstr>
      <vt:lpstr>Types of Encryption</vt:lpstr>
      <vt:lpstr>The Math</vt:lpstr>
      <vt:lpstr>More math</vt:lpstr>
      <vt:lpstr>RSA</vt:lpstr>
      <vt:lpstr>Social Media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Tricker, Ian</dc:creator>
  <cp:lastModifiedBy>Tricker, Ian</cp:lastModifiedBy>
  <cp:revision>300</cp:revision>
  <dcterms:created xsi:type="dcterms:W3CDTF">2025-01-28T02:47:02Z</dcterms:created>
  <dcterms:modified xsi:type="dcterms:W3CDTF">2026-03-12T17:08:17Z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0x01010051BD70D31801F64498B34939F9D9E0DE</vt:lpwstr>
  </property>
  <property fmtid="{D5CDD505-2E9C-101B-9397-08002B2CF9AE}" pid="3" name="MediaServiceImageTags">
    <vt:lpwstr/>
  </property>
</Properties>
</file>